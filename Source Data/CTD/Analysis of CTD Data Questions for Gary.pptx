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  <p:sldId id="269" r:id="rId7"/>
    <p:sldId id="261" r:id="rId8"/>
    <p:sldId id="267" r:id="rId9"/>
    <p:sldId id="262" r:id="rId10"/>
    <p:sldId id="263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47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2783-2926-E78D-0C5C-470EF381E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B4B30-B1C3-5D55-A247-D36B3A652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8C343-85BE-87D0-B3C1-9A39B85E5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85F59-7769-47DB-9C88-38C59045F5FE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3FFD3-A32E-3E1F-E392-414FA78A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9F2ED-4B99-E54B-91F4-EF25E5F8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B7949-1AC2-421C-AEFF-29357360A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4429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A7A53-0644-0DC7-93DC-BF220430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F5E3E-623E-2CDE-8494-F920AFC98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D0A3F-E25D-F225-1F4D-9D4C8FCF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85F59-7769-47DB-9C88-38C59045F5FE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8CAA8-4DBC-5C0C-D565-98E25471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B6EF9-7A56-A4E2-B180-B473EFF0E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B7949-1AC2-421C-AEFF-29357360A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98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75AFB-6E3B-80FE-20B5-E84DAA3F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08CEE-2EE8-132F-ADFE-BEA8BE886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23743-3F5A-0795-FD3C-D7D0820AF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85F59-7769-47DB-9C88-38C59045F5FE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530AF-9259-523B-3848-C7961AEE5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0444B-4CBE-8874-2655-672C516F5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B7949-1AC2-421C-AEFF-29357360A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35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45C2-1AE0-E1D2-0F7B-C334D171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8C99F-5C94-BE35-0BC3-51FF6E8F2A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5ABD8-97F6-BF7C-8FF2-2A8A767CE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8B7C4-E0EC-8664-498F-13A80D8FA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85F59-7769-47DB-9C88-38C59045F5FE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C3B1D-A66F-7EC5-7CF5-713A7911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33860-59B9-F689-B765-B8A12290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B7949-1AC2-421C-AEFF-29357360A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206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2FE3-10E3-641E-4639-52FF6ACA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2AB88-02E8-BE16-3C8C-01E4DE423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39CB3-E156-5EE0-24CF-0ACB2A172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3016C9-5F14-BDBE-ADB3-D92342719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D5D99E-49EC-AD45-AAEE-5E630F140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5B4907-6FD2-0BDB-ACFF-BBA98432D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85F59-7769-47DB-9C88-38C59045F5FE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D1BBFA-75A0-64FE-8C1B-0D94105EB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A0854-DC77-B0CE-6B8F-0548661DF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B7949-1AC2-421C-AEFF-29357360A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311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8299-122E-FE70-AD05-D41C09B3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22BE0-F5F3-5510-F5E0-8CBF65E82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85F59-7769-47DB-9C88-38C59045F5FE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2FCA1-EECA-6C8F-1945-CCFD8059B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CC726-48B0-1176-5EC2-DCE18253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B7949-1AC2-421C-AEFF-29357360A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298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5D9DAD-1CB1-6352-223F-1DA1728C5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85F59-7769-47DB-9C88-38C59045F5FE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82CA5-64D1-84D3-4971-AE559DC8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9A382-4EAE-4280-9334-C7B4693F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B7949-1AC2-421C-AEFF-29357360A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5533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327F-D4EE-BA4E-E6FB-B86EE2B8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22D82-5434-5658-FAE6-3A84D66DC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64CC8-8BC4-4061-B2E7-BAD532E05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C5F1E-760F-31C0-62E2-F3EEFED1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85F59-7769-47DB-9C88-38C59045F5FE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18E60-68F3-D513-D431-CD1475AC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DBD02-EF5F-C2B6-AD95-0D0FAE43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B7949-1AC2-421C-AEFF-29357360A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6016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D9FB1-E8AA-1500-E224-D2779BA9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D97133-9DBB-D901-A3CE-6B98D0D99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AECFD-CC4A-3BE0-2BEC-3F69F9B8D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00886-199A-5EE8-37CF-130032487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85F59-7769-47DB-9C88-38C59045F5FE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DD6FF-3FC5-D9D6-7FD6-731A76A7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D869D-F059-CB73-58E3-E81B403D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B7949-1AC2-421C-AEFF-29357360A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879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D563-D2FA-750D-6C0A-0BF2D64B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92A6A-9979-EAF7-7615-712309C79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CA94-8809-B228-9BF8-0C603B08E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85F59-7769-47DB-9C88-38C59045F5FE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96CE6-619C-6A80-6625-A622F6D9D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FAC61-DA53-520E-487F-2D3B2CC2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B7949-1AC2-421C-AEFF-29357360A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9804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8455CB-57FE-FABD-82DC-787A513B8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7336A-8D81-E8C2-C716-AA1187481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9EC36-18DF-ECAB-6B84-0C1698DD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85F59-7769-47DB-9C88-38C59045F5FE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483C3-6AA1-2F03-4575-589661B9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D39BF-9A32-C2BA-A021-6B320566D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B7949-1AC2-421C-AEFF-29357360A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893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F611B0-C947-26C7-39D2-1004A985E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65514-B39D-B683-6598-9586E6A88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2F901-29A7-DB1D-57C4-6A2989430C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385F59-7769-47DB-9C88-38C59045F5FE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89B22-68C4-0452-25B1-27E9472CF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AE8F9-5C17-AA94-8BCB-70631D4F5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B7949-1AC2-421C-AEFF-29357360A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13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6370-E87D-194E-17AC-A94862C069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Analysis of CTD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9748E-4708-1C4A-A341-26247FE7A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Larval Survey v HSC Data</a:t>
            </a:r>
          </a:p>
        </p:txBody>
      </p:sp>
    </p:spTree>
    <p:extLst>
      <p:ext uri="{BB962C8B-B14F-4D97-AF65-F5344CB8AC3E}">
        <p14:creationId xmlns:p14="http://schemas.microsoft.com/office/powerpoint/2010/main" val="1082118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52502-1007-67E9-5482-A8B80B836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Spatial and Temporal bounding for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0CB61-FEE8-1EF6-7222-11C72EAC0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7967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508DF-A683-D39F-5695-08D7F6D82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Comparing data collected by different sampling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4CDC9-BE50-6ADB-1A47-C099D9DAB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r>
              <a:rPr lang="en-CA" dirty="0"/>
              <a:t>CTD</a:t>
            </a:r>
          </a:p>
          <a:p>
            <a:r>
              <a:rPr lang="en-CA" dirty="0"/>
              <a:t>BO (Bottle)</a:t>
            </a:r>
          </a:p>
          <a:p>
            <a:r>
              <a:rPr lang="en-CA" dirty="0"/>
              <a:t>MB (MBT)</a:t>
            </a:r>
          </a:p>
          <a:p>
            <a:r>
              <a:rPr lang="en-CA" dirty="0"/>
              <a:t>XB (XBT)</a:t>
            </a:r>
          </a:p>
        </p:txBody>
      </p:sp>
    </p:spTree>
    <p:extLst>
      <p:ext uri="{BB962C8B-B14F-4D97-AF65-F5344CB8AC3E}">
        <p14:creationId xmlns:p14="http://schemas.microsoft.com/office/powerpoint/2010/main" val="1780032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DCDB3-94F3-04DE-E9BB-974F44EC7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Oceanographic Data on Herring Major Spawning Grounds in SWNS/</a:t>
            </a:r>
            <a:r>
              <a:rPr lang="en-CA" dirty="0" err="1"/>
              <a:t>BoF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857D26-BF33-3881-205E-807B90472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48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B11D8-6576-7DC4-92BC-3EC9B530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Suggested Spatial Bounding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B1B6F7-F918-BEA2-7196-7D1862722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037" y="1690688"/>
            <a:ext cx="5985410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325C38-B9DF-E913-EFD9-F7D75DAFF91B}"/>
              </a:ext>
            </a:extLst>
          </p:cNvPr>
          <p:cNvSpPr txBox="1"/>
          <p:nvPr/>
        </p:nvSpPr>
        <p:spPr>
          <a:xfrm>
            <a:off x="7715892" y="2054831"/>
            <a:ext cx="26301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5,118 km squared</a:t>
            </a:r>
          </a:p>
          <a:p>
            <a:r>
              <a:rPr lang="en-CA" dirty="0"/>
              <a:t>-Really less as land is included, can work on polygon more if necessary?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F2F9C-1838-4D08-9F6C-D4CDB7238C01}"/>
              </a:ext>
            </a:extLst>
          </p:cNvPr>
          <p:cNvSpPr txBox="1"/>
          <p:nvPr/>
        </p:nvSpPr>
        <p:spPr>
          <a:xfrm>
            <a:off x="2464085" y="4982646"/>
            <a:ext cx="263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1,806 km squared</a:t>
            </a:r>
          </a:p>
        </p:txBody>
      </p:sp>
    </p:spTree>
    <p:extLst>
      <p:ext uri="{BB962C8B-B14F-4D97-AF65-F5344CB8AC3E}">
        <p14:creationId xmlns:p14="http://schemas.microsoft.com/office/powerpoint/2010/main" val="3269477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B435-A55B-A9C4-3454-C6B08365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Sample Depth Distributions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71FACD-E39C-11ED-763A-6465E957D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94" y="1815351"/>
            <a:ext cx="5644506" cy="4351338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0F6086B-BC8D-E780-A8E9-ABD44F08C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15351"/>
            <a:ext cx="56445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35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A8AA-EDBA-4959-4029-93EA2CD6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Scots Bay Temporal Spread – All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F75B06-AEB7-05EB-9C15-5B28A1EA0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295" y="1825625"/>
            <a:ext cx="59854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87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A1CDA-657A-D637-13BE-6E96DCFE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SST – Scots Bay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048AD0-CF5B-08A3-B385-D47033731B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65" y="1690688"/>
            <a:ext cx="5644506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D3125C-653E-60A1-68BB-5A2A157B6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106" y="1027906"/>
            <a:ext cx="6203459" cy="47822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4CCE44-52AF-CFB3-F569-CE2E22B229DB}"/>
              </a:ext>
            </a:extLst>
          </p:cNvPr>
          <p:cNvSpPr txBox="1"/>
          <p:nvPr/>
        </p:nvSpPr>
        <p:spPr>
          <a:xfrm>
            <a:off x="6565471" y="6042026"/>
            <a:ext cx="5054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Remove the fall and winter DFO recordings</a:t>
            </a:r>
          </a:p>
        </p:txBody>
      </p:sp>
    </p:spTree>
    <p:extLst>
      <p:ext uri="{BB962C8B-B14F-4D97-AF65-F5344CB8AC3E}">
        <p14:creationId xmlns:p14="http://schemas.microsoft.com/office/powerpoint/2010/main" val="3010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5E2E7-9367-C049-CE61-B99A71A2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685836" cy="4628115"/>
          </a:xfrm>
        </p:spPr>
        <p:txBody>
          <a:bodyPr>
            <a:normAutofit/>
          </a:bodyPr>
          <a:lstStyle/>
          <a:p>
            <a:r>
              <a:rPr lang="en-CA" sz="3200" dirty="0"/>
              <a:t>German Bank Temporal Spread</a:t>
            </a:r>
            <a:br>
              <a:rPr lang="en-CA" sz="3200" dirty="0"/>
            </a:br>
            <a:br>
              <a:rPr lang="en-CA" sz="3200" dirty="0"/>
            </a:br>
            <a:r>
              <a:rPr lang="en-CA" sz="2000" dirty="0"/>
              <a:t>All depths and measurements</a:t>
            </a:r>
            <a:endParaRPr lang="en-CA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FA161F-2BD8-DE95-D84E-C7420EC7A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938" y="490044"/>
            <a:ext cx="8085262" cy="587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38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FC71-2EDC-17EA-CAD2-8304E1E0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Remove the data from Winter - SST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3064EA-7EA1-7669-E1D0-73C51EC6A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63" y="2000285"/>
            <a:ext cx="5644506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BD957-3901-58BE-E67D-C4C0CE5F8C84}"/>
              </a:ext>
            </a:extLst>
          </p:cNvPr>
          <p:cNvSpPr txBox="1"/>
          <p:nvPr/>
        </p:nvSpPr>
        <p:spPr>
          <a:xfrm>
            <a:off x="3482940" y="1367522"/>
            <a:ext cx="3503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How do you suggest I run the analysis?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8727F7-22EF-3054-E447-798591BC6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433" y="1833950"/>
            <a:ext cx="5883598" cy="453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8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550B-008F-61F6-B296-45DC34D5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At Depth, fewer samples from DFO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AA66950-8A41-00C0-4B09-1FDC9A892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2" y="1690688"/>
            <a:ext cx="5644506" cy="43513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3E8D90-6A46-6563-A637-80ED4047DFED}"/>
              </a:ext>
            </a:extLst>
          </p:cNvPr>
          <p:cNvSpPr txBox="1"/>
          <p:nvPr/>
        </p:nvSpPr>
        <p:spPr>
          <a:xfrm>
            <a:off x="1264578" y="6123543"/>
            <a:ext cx="416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Can I run any at depth comparisons?</a:t>
            </a:r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B314A7E5-6AC3-3C70-DEC0-D7200FC55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706" y="1690688"/>
            <a:ext cx="5644506" cy="43513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B269D44-AC46-ADBB-7717-4C0B7CF45597}"/>
              </a:ext>
            </a:extLst>
          </p:cNvPr>
          <p:cNvSpPr txBox="1"/>
          <p:nvPr/>
        </p:nvSpPr>
        <p:spPr>
          <a:xfrm>
            <a:off x="7334892" y="6052445"/>
            <a:ext cx="4161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Stratification Index quite mismatched temporally</a:t>
            </a:r>
          </a:p>
        </p:txBody>
      </p:sp>
    </p:spTree>
    <p:extLst>
      <p:ext uri="{BB962C8B-B14F-4D97-AF65-F5344CB8AC3E}">
        <p14:creationId xmlns:p14="http://schemas.microsoft.com/office/powerpoint/2010/main" val="65469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FE7BE-4EAB-0B41-F986-5B6D7803C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AI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27012FC-BE3E-B893-14FA-29CE3944EF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413521"/>
              </p:ext>
            </p:extLst>
          </p:nvPr>
        </p:nvGraphicFramePr>
        <p:xfrm>
          <a:off x="838200" y="1447138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9918211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868566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803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Process</a:t>
                      </a:r>
                    </a:p>
                  </a:txBody>
                  <a:tcPr anchor="ctr"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Typical Julian‑day tolerance</a:t>
                      </a:r>
                    </a:p>
                  </a:txBody>
                  <a:tcPr anchor="ctr"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906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Surface temperature</a:t>
                      </a:r>
                    </a:p>
                  </a:txBody>
                  <a:tcPr anchor="ctr"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±10–15 days</a:t>
                      </a:r>
                    </a:p>
                  </a:txBody>
                  <a:tcPr anchor="ctr"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444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Mixed layer depth</a:t>
                      </a:r>
                    </a:p>
                  </a:txBody>
                  <a:tcPr anchor="ctr"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±10 days</a:t>
                      </a:r>
                    </a:p>
                  </a:txBody>
                  <a:tcPr anchor="ctr"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825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Stratification / density structure</a:t>
                      </a:r>
                    </a:p>
                  </a:txBody>
                  <a:tcPr anchor="ctr"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±10–20 days</a:t>
                      </a:r>
                    </a:p>
                  </a:txBody>
                  <a:tcPr anchor="ctr"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983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Bottom water properties</a:t>
                      </a:r>
                    </a:p>
                  </a:txBody>
                  <a:tcPr anchor="ctr"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±15–30 days</a:t>
                      </a:r>
                    </a:p>
                  </a:txBody>
                  <a:tcPr anchor="ctr"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221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Shelf systems (high variability)</a:t>
                      </a:r>
                    </a:p>
                  </a:txBody>
                  <a:tcPr anchor="ctr"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narrower windows preferred</a:t>
                      </a:r>
                    </a:p>
                  </a:txBody>
                  <a:tcPr anchor="ctr">
                    <a:lnL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0759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12C3C16-804A-1548-2AE4-A0C4365547B9}"/>
              </a:ext>
            </a:extLst>
          </p:cNvPr>
          <p:cNvSpPr txBox="1"/>
          <p:nvPr/>
        </p:nvSpPr>
        <p:spPr>
          <a:xfrm>
            <a:off x="945222" y="4284324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Common Defensible Approaches:</a:t>
            </a:r>
          </a:p>
          <a:p>
            <a:pPr marL="342900" indent="-342900">
              <a:buAutoNum type="arabicPeriod"/>
            </a:pPr>
            <a:r>
              <a:rPr lang="en-CA" dirty="0">
                <a:highlight>
                  <a:srgbClr val="00FF00"/>
                </a:highlight>
              </a:rPr>
              <a:t>A fixed seasonal window, i.e. Summer = Julian days 180-240</a:t>
            </a:r>
          </a:p>
          <a:p>
            <a:pPr marL="342900" indent="-342900">
              <a:buAutoNum type="arabicPeriod"/>
            </a:pPr>
            <a:r>
              <a:rPr lang="en-CA" dirty="0">
                <a:highlight>
                  <a:srgbClr val="FF00FF"/>
                </a:highlight>
              </a:rPr>
              <a:t>Rolling window around a target day, i.e. Target day = 220, Window = ±15 days (finer temporal scale)</a:t>
            </a:r>
          </a:p>
          <a:p>
            <a:pPr marL="342900" indent="-342900">
              <a:buAutoNum type="arabicPeriod"/>
            </a:pPr>
            <a:r>
              <a:rPr lang="en-CA" dirty="0"/>
              <a:t>Seasonal climatology and anomalies, i.e. Compute seasonal means, subtract it, compare anomalies</a:t>
            </a:r>
          </a:p>
          <a:p>
            <a:pPr marL="342900" indent="-342900"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22106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1C961C81B704A857A44625345A9FE" ma:contentTypeVersion="15" ma:contentTypeDescription="Create a new document." ma:contentTypeScope="" ma:versionID="518e8e7ba0264cca1b9d29b29068afce">
  <xsd:schema xmlns:xsd="http://www.w3.org/2001/XMLSchema" xmlns:xs="http://www.w3.org/2001/XMLSchema" xmlns:p="http://schemas.microsoft.com/office/2006/metadata/properties" xmlns:ns2="aa15ca5b-4450-4fec-8212-75ae51eef6c9" xmlns:ns3="9b77705d-b477-4602-ae15-a5316c12e631" targetNamespace="http://schemas.microsoft.com/office/2006/metadata/properties" ma:root="true" ma:fieldsID="04b94040ab7d0e5b7e601b9adcb4faf3" ns2:_="" ns3:_="">
    <xsd:import namespace="aa15ca5b-4450-4fec-8212-75ae51eef6c9"/>
    <xsd:import namespace="9b77705d-b477-4602-ae15-a5316c12e6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15ca5b-4450-4fec-8212-75ae51eef6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2054c4b-04cf-4504-9cda-34f00fd6eb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77705d-b477-4602-ae15-a5316c12e63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9934605-7d1b-47e5-953e-b37c4eaec306}" ma:internalName="TaxCatchAll" ma:showField="CatchAllData" ma:web="9b77705d-b477-4602-ae15-a5316c12e6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15ca5b-4450-4fec-8212-75ae51eef6c9">
      <Terms xmlns="http://schemas.microsoft.com/office/infopath/2007/PartnerControls"/>
    </lcf76f155ced4ddcb4097134ff3c332f>
    <TaxCatchAll xmlns="9b77705d-b477-4602-ae15-a5316c12e631" xsi:nil="true"/>
  </documentManagement>
</p:properties>
</file>

<file path=customXml/itemProps1.xml><?xml version="1.0" encoding="utf-8"?>
<ds:datastoreItem xmlns:ds="http://schemas.openxmlformats.org/officeDocument/2006/customXml" ds:itemID="{57686CFC-F663-431F-8219-E69C0C5603FA}"/>
</file>

<file path=customXml/itemProps2.xml><?xml version="1.0" encoding="utf-8"?>
<ds:datastoreItem xmlns:ds="http://schemas.openxmlformats.org/officeDocument/2006/customXml" ds:itemID="{A6097E85-A1BF-4955-9363-BF898D487B8E}"/>
</file>

<file path=customXml/itemProps3.xml><?xml version="1.0" encoding="utf-8"?>
<ds:datastoreItem xmlns:ds="http://schemas.openxmlformats.org/officeDocument/2006/customXml" ds:itemID="{31534B3E-1E9B-455F-A3FD-3CE8309F5273}"/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240</Words>
  <Application>Microsoft Office PowerPoint</Application>
  <PresentationFormat>Widescreen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Analysis of CTD Data</vt:lpstr>
      <vt:lpstr>Spatial and Temporal bounding for comparison</vt:lpstr>
      <vt:lpstr>Comparing data collected by different sampling methods</vt:lpstr>
      <vt:lpstr>Oceanographic Data on Herring Major Spawning Grounds in SWNS/BoF</vt:lpstr>
      <vt:lpstr>Suggested Spatial Bounding</vt:lpstr>
      <vt:lpstr>Sample Depth Distributions</vt:lpstr>
      <vt:lpstr>Scots Bay Temporal Spread – All Data</vt:lpstr>
      <vt:lpstr>SST – Scots Bay</vt:lpstr>
      <vt:lpstr>German Bank Temporal Spread  All depths and measurements</vt:lpstr>
      <vt:lpstr>Remove the data from Winter - SST</vt:lpstr>
      <vt:lpstr>At Depth, fewer samples from DFO</vt:lpstr>
      <vt:lpstr>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Herring Science</dc:creator>
  <cp:lastModifiedBy>Herring Science</cp:lastModifiedBy>
  <cp:revision>2</cp:revision>
  <dcterms:created xsi:type="dcterms:W3CDTF">2026-03-16T12:21:37Z</dcterms:created>
  <dcterms:modified xsi:type="dcterms:W3CDTF">2026-03-16T19:05:11Z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0x010100BD11C961C81B704A857A44625345A9FE</vt:lpwstr>
  </property>
</Properties>
</file>