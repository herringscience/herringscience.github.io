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59" r:id="rId21"/>
    <p:sldId id="26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50" d="100"/>
          <a:sy n="50" d="100"/>
        </p:scale>
        <p:origin x="36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9AC32-6E4C-BAA6-5927-8C9C5E96B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F3C0BC-6A0A-1A4C-0FD2-20A159D07E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BAEB2-80C0-0C56-EF07-AFFD24ECC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ADEB6-1528-46F7-90D0-F52BE1DECADE}" type="datetimeFigureOut">
              <a:rPr lang="en-CA" smtClean="0"/>
              <a:t>2026-06-08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D1A1E-2B81-0174-0B8B-5714E15B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A70B9-6B95-BDCC-586C-A9AA87003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44AA-1EC2-4D3B-B24B-5DA1E1894FA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6155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F50F-0371-CA2F-6CA9-C2379B4A8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515AE-AE4C-E333-0974-806CA5441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DF007-7098-A159-C47E-210C0EF90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ADEB6-1528-46F7-90D0-F52BE1DECADE}" type="datetimeFigureOut">
              <a:rPr lang="en-CA" smtClean="0"/>
              <a:t>2026-06-08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390BE-AAF6-5E84-A300-D30EBBBCB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A2F9D-E452-316F-1572-18BDE501D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44AA-1EC2-4D3B-B24B-5DA1E1894FA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8814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42E22-07B0-7B31-26B1-9CC7A0011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EB6E4-4EB7-7B1D-3CBA-CA754BAE9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ECA83-806B-3EDC-F5E9-7C45B17BD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ADEB6-1528-46F7-90D0-F52BE1DECADE}" type="datetimeFigureOut">
              <a:rPr lang="en-CA" smtClean="0"/>
              <a:t>2026-06-08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5F154-2942-4BEC-0087-13107951A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F8655-BFD7-F271-3740-AFC86814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44AA-1EC2-4D3B-B24B-5DA1E1894FA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5768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3DFDF-2D4E-99BA-4303-6B57DB583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14551-5288-7D13-D9EB-C4B5E2FC22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15D19-A854-764E-6F0C-A82DD1345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1CD39-259B-3E98-1802-6B6C5FEA7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ADEB6-1528-46F7-90D0-F52BE1DECADE}" type="datetimeFigureOut">
              <a:rPr lang="en-CA" smtClean="0"/>
              <a:t>2026-06-08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8877D6-B841-159B-F738-C9265D6E2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FB6E6-FACB-0045-521D-28F048391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44AA-1EC2-4D3B-B24B-5DA1E1894FA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7439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23FEB-9D2D-28E6-F561-C03BF5B3B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7DBCC-BA68-9768-0461-02196DCC9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FBDF0-A5C0-2886-3A18-63E5CE265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669D86-5B7B-8246-8498-024025D2CF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A0591D-3541-03D8-181A-C6EE0BD401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AF0FA7-8A63-EFB9-BB20-EDD91F485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ADEB6-1528-46F7-90D0-F52BE1DECADE}" type="datetimeFigureOut">
              <a:rPr lang="en-CA" smtClean="0"/>
              <a:t>2026-06-08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B5A0B4-BFF2-DF5E-B075-7EAD40327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5E77ED-B87A-8D93-F98B-44A759053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44AA-1EC2-4D3B-B24B-5DA1E1894FA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1205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986CA-9BBD-4886-3ED1-564A1038D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A6F981-6A4B-5D69-1900-8BD1F77B3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ADEB6-1528-46F7-90D0-F52BE1DECADE}" type="datetimeFigureOut">
              <a:rPr lang="en-CA" smtClean="0"/>
              <a:t>2026-06-08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D69658-1AF6-C8E7-66CD-64172C50B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B8874E-58D8-9F76-ABFF-CFF73023E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44AA-1EC2-4D3B-B24B-5DA1E1894FA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9427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EC02E9-5949-B806-C37D-28CB75CD6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ADEB6-1528-46F7-90D0-F52BE1DECADE}" type="datetimeFigureOut">
              <a:rPr lang="en-CA" smtClean="0"/>
              <a:t>2026-06-08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9D240C-21D7-57B9-D316-A53B2614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D185D-62CE-C862-AFEF-B725DE233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44AA-1EC2-4D3B-B24B-5DA1E1894FA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8825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7CBF4-7729-4011-90A9-D4F749C9D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ABD95-BE2A-7702-4497-1BF0A21FD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88C8FE-37B1-F7E6-C9A3-99AC57BD8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04336-013B-EC52-E149-B34F4677A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ADEB6-1528-46F7-90D0-F52BE1DECADE}" type="datetimeFigureOut">
              <a:rPr lang="en-CA" smtClean="0"/>
              <a:t>2026-06-08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0C7FB-0C54-7545-1AD7-C8AEB4ACA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98274-CA69-6E4F-5C94-906EF7E9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44AA-1EC2-4D3B-B24B-5DA1E1894FA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965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85C20-B126-9E85-560D-55C5656BD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1C6E30-082F-B23E-423B-95C073BB6F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713D1-B4E9-6A9B-5CD7-E172FBBBC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041FC-9C5F-5859-D1F1-06B5CB1E9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ADEB6-1528-46F7-90D0-F52BE1DECADE}" type="datetimeFigureOut">
              <a:rPr lang="en-CA" smtClean="0"/>
              <a:t>2026-06-08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D0EE7-55BA-0910-4E57-E2E7047A8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50A85-67F0-EFE2-8B48-288CB5C26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44AA-1EC2-4D3B-B24B-5DA1E1894FA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1953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07715-8877-BC24-7626-2FF892C89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C1DD2A-05FC-C629-73E1-BA8B14F30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537F2-5E6C-65B2-44BC-6687E519D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ADEB6-1528-46F7-90D0-F52BE1DECADE}" type="datetimeFigureOut">
              <a:rPr lang="en-CA" smtClean="0"/>
              <a:t>2026-06-08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EEBE4-44C6-F52E-0F3B-CB4ED9125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83456-FF81-7C84-01AB-8163DE288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44AA-1EC2-4D3B-B24B-5DA1E1894FA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8864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0C7CBA-5D9D-7D88-4831-EAD1C4DB85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22E16-BD4B-9353-917D-73FD4AA09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6DDFE-0035-37BD-65EE-92537A8FE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ADEB6-1528-46F7-90D0-F52BE1DECADE}" type="datetimeFigureOut">
              <a:rPr lang="en-CA" smtClean="0"/>
              <a:t>2026-06-08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EE76C-8D68-4673-DE00-EBBE4BD1A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9B147-3314-0B37-8A51-EFA00D3EB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44AA-1EC2-4D3B-B24B-5DA1E1894FA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9889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95BD87-5082-03AB-45F2-946A95F1D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22114-4553-E5A2-D9F7-CAB254CE0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3800-5B72-5761-4008-9400241A32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1ADEB6-1528-46F7-90D0-F52BE1DECADE}" type="datetimeFigureOut">
              <a:rPr lang="en-CA" smtClean="0"/>
              <a:t>2026-06-08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F64A9-1289-6DDF-48BF-EA62B84555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1567F-DEAE-451F-DB93-D74FD3713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F644AA-1EC2-4D3B-B24B-5DA1E1894FA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9166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0560F-4582-9479-A031-3B1CEB66CE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Surface Noise in Oceanographic Measurements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851DE1-2F24-574B-AF09-99D17EF3EB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DFO and HSC sourced Data</a:t>
            </a:r>
          </a:p>
        </p:txBody>
      </p:sp>
    </p:spTree>
    <p:extLst>
      <p:ext uri="{BB962C8B-B14F-4D97-AF65-F5344CB8AC3E}">
        <p14:creationId xmlns:p14="http://schemas.microsoft.com/office/powerpoint/2010/main" val="470605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79704-B1D9-AD5B-07CA-552646784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HSC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B865D9-DFE0-970E-E567-320C1E53EA7F}"/>
              </a:ext>
            </a:extLst>
          </p:cNvPr>
          <p:cNvSpPr txBox="1"/>
          <p:nvPr/>
        </p:nvSpPr>
        <p:spPr>
          <a:xfrm>
            <a:off x="6702878" y="962428"/>
            <a:ext cx="3575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Scots Bay July 21, 2019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5B949E2-A6CA-5054-F429-2C481497F3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723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FA8D-9721-6DDB-9CD3-922F86344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6A087-5930-0949-1740-1CE4AF1A7414}"/>
              </a:ext>
            </a:extLst>
          </p:cNvPr>
          <p:cNvSpPr txBox="1"/>
          <p:nvPr/>
        </p:nvSpPr>
        <p:spPr>
          <a:xfrm>
            <a:off x="5829300" y="681037"/>
            <a:ext cx="35759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Scots Bay August 5, 2019</a:t>
            </a:r>
          </a:p>
          <a:p>
            <a:r>
              <a:rPr lang="en-CA" dirty="0"/>
              <a:t>Upper 5m</a:t>
            </a:r>
          </a:p>
          <a:p>
            <a:r>
              <a:rPr lang="en-CA" dirty="0"/>
              <a:t>Temperature and salinity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C9E9618-1BDC-1E78-ADC2-0E96B1FAA8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620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9684-C920-475F-309B-8701ADE8A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D8033E-4ADA-C29E-F44D-180637D50355}"/>
              </a:ext>
            </a:extLst>
          </p:cNvPr>
          <p:cNvSpPr txBox="1"/>
          <p:nvPr/>
        </p:nvSpPr>
        <p:spPr>
          <a:xfrm>
            <a:off x="5829300" y="681037"/>
            <a:ext cx="35759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Scots Bay August 18, 2019</a:t>
            </a:r>
          </a:p>
          <a:p>
            <a:r>
              <a:rPr lang="en-CA" dirty="0"/>
              <a:t>Upper 2.5m</a:t>
            </a:r>
          </a:p>
          <a:p>
            <a:r>
              <a:rPr lang="en-CA" dirty="0"/>
              <a:t>Temperature and salinity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3793FCB-582D-7F5C-54B9-F0204DEE05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44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89356-2F00-24C9-EFAE-EFB4E4FA9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5C88C5-F554-B87C-454E-E0EF5DB811A7}"/>
              </a:ext>
            </a:extLst>
          </p:cNvPr>
          <p:cNvSpPr txBox="1"/>
          <p:nvPr/>
        </p:nvSpPr>
        <p:spPr>
          <a:xfrm>
            <a:off x="5829300" y="681037"/>
            <a:ext cx="35759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Scots Bay August 20, 2019</a:t>
            </a:r>
          </a:p>
          <a:p>
            <a:r>
              <a:rPr lang="en-CA" dirty="0"/>
              <a:t>Upper 5m</a:t>
            </a:r>
          </a:p>
          <a:p>
            <a:endParaRPr lang="en-CA" dirty="0"/>
          </a:p>
          <a:p>
            <a:r>
              <a:rPr lang="en-CA" dirty="0"/>
              <a:t>Temperature and salinity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0C03261-8EDC-6FD2-5CE6-BA9D07BA5D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781" y="2006600"/>
            <a:ext cx="8702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769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CBBA8-5FAE-F180-6BC2-47E62734F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286" y="500062"/>
            <a:ext cx="10515600" cy="1325563"/>
          </a:xfrm>
        </p:spPr>
        <p:txBody>
          <a:bodyPr>
            <a:noAutofit/>
          </a:bodyPr>
          <a:lstStyle/>
          <a:p>
            <a:r>
              <a:rPr lang="en-CA" sz="3200" dirty="0"/>
              <a:t>German Bank</a:t>
            </a:r>
            <a:br>
              <a:rPr lang="en-CA" sz="3200" dirty="0"/>
            </a:br>
            <a:r>
              <a:rPr lang="en-CA" sz="3200" dirty="0"/>
              <a:t>October 24, 2023</a:t>
            </a:r>
            <a:br>
              <a:rPr lang="en-CA" sz="3200" dirty="0"/>
            </a:br>
            <a:r>
              <a:rPr lang="en-CA" sz="3200" dirty="0"/>
              <a:t>Looks to be salinity only</a:t>
            </a:r>
            <a:br>
              <a:rPr lang="en-CA" sz="3200" dirty="0"/>
            </a:br>
            <a:r>
              <a:rPr lang="en-CA" sz="3200" dirty="0"/>
              <a:t>2.5m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4294E44-FA48-9715-0600-8279A3C664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814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BA72A-8FE9-571F-5194-7A11628A2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3200" dirty="0"/>
              <a:t>Scots Bay</a:t>
            </a:r>
            <a:br>
              <a:rPr lang="en-CA" sz="3200" dirty="0"/>
            </a:br>
            <a:r>
              <a:rPr lang="en-CA" sz="3200" dirty="0"/>
              <a:t>July 8, 2018</a:t>
            </a:r>
            <a:br>
              <a:rPr lang="en-CA" sz="3200" dirty="0"/>
            </a:br>
            <a:r>
              <a:rPr lang="en-CA" sz="3200" dirty="0"/>
              <a:t>5m temperature and salinity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4DC9B1B-34EA-361C-1514-B842AA827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603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7931F-20DD-3D43-8CDA-9CC939371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86" y="56923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Scots Bay</a:t>
            </a:r>
            <a:br>
              <a:rPr lang="en-CA" dirty="0"/>
            </a:br>
            <a:r>
              <a:rPr lang="en-CA" dirty="0"/>
              <a:t>August 5, 2018</a:t>
            </a:r>
            <a:br>
              <a:rPr lang="en-CA" dirty="0"/>
            </a:br>
            <a:r>
              <a:rPr lang="en-CA" dirty="0"/>
              <a:t>Mostly salinity</a:t>
            </a:r>
            <a:br>
              <a:rPr lang="en-CA" dirty="0"/>
            </a:br>
            <a:r>
              <a:rPr lang="en-CA" dirty="0"/>
              <a:t>5m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2C2E5C1-2935-A9C4-5D27-3BD743E8FC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562" y="1894795"/>
            <a:ext cx="8702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722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190EC-FA1E-E315-CADA-17064891B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German Bank</a:t>
            </a:r>
            <a:br>
              <a:rPr lang="en-CA" dirty="0"/>
            </a:br>
            <a:r>
              <a:rPr lang="en-CA" dirty="0"/>
              <a:t>August 12, 2018</a:t>
            </a:r>
            <a:br>
              <a:rPr lang="en-CA" dirty="0"/>
            </a:br>
            <a:r>
              <a:rPr lang="en-CA" dirty="0"/>
              <a:t>5m, salinity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9621E4F-CE99-A34E-CB10-FEAAA0C0F2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437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2D814-5A9D-845A-4287-26479D9C3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Scots Bay</a:t>
            </a:r>
            <a:br>
              <a:rPr lang="en-CA" dirty="0"/>
            </a:br>
            <a:r>
              <a:rPr lang="en-CA" dirty="0"/>
              <a:t>July 20, 2019</a:t>
            </a:r>
            <a:br>
              <a:rPr lang="en-CA" dirty="0"/>
            </a:br>
            <a:r>
              <a:rPr lang="en-CA" dirty="0"/>
              <a:t>5m temperature and salinity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EF6ABAA-74A0-5B06-6C65-CF87B74215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145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C9FE6-5295-7675-2B73-653513F81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Conclusion for HSC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E6DC8-EA2A-2A4C-0689-17BF8AD8F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Top 5m needs to be trimmed for analysis</a:t>
            </a:r>
          </a:p>
        </p:txBody>
      </p:sp>
    </p:spTree>
    <p:extLst>
      <p:ext uri="{BB962C8B-B14F-4D97-AF65-F5344CB8AC3E}">
        <p14:creationId xmlns:p14="http://schemas.microsoft.com/office/powerpoint/2010/main" val="1167875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A72E5-24F4-2E5E-C01B-0ECCD5C3B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DFO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8C85A-79F7-11AE-EFB0-FFDEBECCD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Much fewer data points per casts</a:t>
            </a:r>
          </a:p>
          <a:p>
            <a:r>
              <a:rPr lang="en-CA"/>
              <a:t>Often every 10m</a:t>
            </a:r>
            <a:endParaRPr lang="en-CA" dirty="0"/>
          </a:p>
          <a:p>
            <a:r>
              <a:rPr lang="en-CA" dirty="0"/>
              <a:t>Many just a surface and bottom temperature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7035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15AF-B044-1BF6-411C-427A25091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3200" dirty="0"/>
              <a:t>German Bank</a:t>
            </a:r>
            <a:br>
              <a:rPr lang="en-CA" sz="3200" dirty="0"/>
            </a:br>
            <a:r>
              <a:rPr lang="en-CA" sz="3200" dirty="0"/>
              <a:t>October 26, 1989</a:t>
            </a:r>
            <a:br>
              <a:rPr lang="en-CA" sz="3200" dirty="0"/>
            </a:br>
            <a:r>
              <a:rPr lang="en-CA" sz="3200" dirty="0"/>
              <a:t>19 data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5B94D69-F67B-89A0-AA14-90D751ADAE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050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A57D7-2CA8-F39C-88C8-A471DCE65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3200" dirty="0"/>
              <a:t>German Bank</a:t>
            </a:r>
            <a:br>
              <a:rPr lang="en-CA" sz="3200" dirty="0"/>
            </a:br>
            <a:r>
              <a:rPr lang="en-CA" sz="3200" dirty="0"/>
              <a:t>9 Data Points</a:t>
            </a:r>
            <a:br>
              <a:rPr lang="en-CA" sz="3200" dirty="0"/>
            </a:br>
            <a:r>
              <a:rPr lang="en-CA" sz="3200" dirty="0"/>
              <a:t>October 26, 1989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1CDD84-6B59-C3A7-16F4-D935D5FFFD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871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23EC02-EBE5-F46E-6819-D07E93416F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6" cy="435133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BBC4A4F-76B3-62E2-5BAD-208B413CCCE9}"/>
              </a:ext>
            </a:extLst>
          </p:cNvPr>
          <p:cNvSpPr txBox="1">
            <a:spLocks/>
          </p:cNvSpPr>
          <p:nvPr/>
        </p:nvSpPr>
        <p:spPr>
          <a:xfrm>
            <a:off x="838200" y="3134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200" dirty="0"/>
              <a:t>German Bank</a:t>
            </a:r>
            <a:br>
              <a:rPr lang="en-CA" sz="3200" dirty="0"/>
            </a:br>
            <a:r>
              <a:rPr lang="en-CA" sz="3200" dirty="0"/>
              <a:t>12 Data Points</a:t>
            </a:r>
            <a:br>
              <a:rPr lang="en-CA" sz="3200" dirty="0"/>
            </a:br>
            <a:r>
              <a:rPr lang="en-CA" sz="3200" dirty="0"/>
              <a:t>October 27, 1989</a:t>
            </a:r>
          </a:p>
        </p:txBody>
      </p:sp>
    </p:spTree>
    <p:extLst>
      <p:ext uri="{BB962C8B-B14F-4D97-AF65-F5344CB8AC3E}">
        <p14:creationId xmlns:p14="http://schemas.microsoft.com/office/powerpoint/2010/main" val="1890253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EFD88-D90D-82DE-5D6C-977BDAAAE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German Bank</a:t>
            </a:r>
            <a:br>
              <a:rPr lang="en-CA" dirty="0"/>
            </a:br>
            <a:r>
              <a:rPr lang="en-CA" dirty="0"/>
              <a:t>October 26, 1993</a:t>
            </a:r>
            <a:br>
              <a:rPr lang="en-CA" dirty="0"/>
            </a:br>
            <a:r>
              <a:rPr lang="en-CA" dirty="0"/>
              <a:t>32 data points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8ED082-2B18-81D5-10EF-8C94226A78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829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CC3F3-A968-A021-08B2-52A784AA8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64" y="5000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CA" sz="2700" dirty="0"/>
              <a:t>German Bank</a:t>
            </a:r>
            <a:br>
              <a:rPr lang="en-CA" sz="2700" dirty="0"/>
            </a:br>
            <a:r>
              <a:rPr lang="en-CA" sz="2700" dirty="0"/>
              <a:t>August 16, 1977</a:t>
            </a:r>
            <a:br>
              <a:rPr lang="en-CA" sz="2700" dirty="0"/>
            </a:br>
            <a:r>
              <a:rPr lang="en-CA" sz="2700" dirty="0"/>
              <a:t>14 data points</a:t>
            </a:r>
            <a:br>
              <a:rPr lang="en-CA" sz="2700" dirty="0"/>
            </a:br>
            <a:r>
              <a:rPr lang="en-CA" sz="2700" dirty="0"/>
              <a:t>Temperature only</a:t>
            </a:r>
            <a:br>
              <a:rPr lang="en-CA" dirty="0"/>
            </a:br>
            <a:endParaRPr lang="en-C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F4B7F6-7D59-C2A6-CB0C-BAF106E678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382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5CCCF-4700-4304-A7A3-A4F7148A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721" y="60188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CA" sz="2700" dirty="0"/>
              <a:t>German Bank</a:t>
            </a:r>
            <a:br>
              <a:rPr lang="en-CA" sz="2700" dirty="0"/>
            </a:br>
            <a:r>
              <a:rPr lang="en-CA" sz="2700" dirty="0"/>
              <a:t>4 data points</a:t>
            </a:r>
            <a:br>
              <a:rPr lang="en-CA" sz="2700" dirty="0"/>
            </a:br>
            <a:r>
              <a:rPr lang="en-CA" sz="2700" dirty="0"/>
              <a:t>Temperature only</a:t>
            </a:r>
            <a:br>
              <a:rPr lang="en-CA" sz="2700" dirty="0"/>
            </a:br>
            <a:r>
              <a:rPr lang="en-CA" sz="2700" dirty="0"/>
              <a:t>August 19, 1978</a:t>
            </a:r>
            <a:br>
              <a:rPr lang="en-CA" dirty="0"/>
            </a:br>
            <a:endParaRPr lang="en-C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87852F-F7B0-9B36-E6AB-46527DAF17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854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23121-C7DD-85DA-C4A9-9A8A1EE10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07440-E67F-D75D-3198-6E5B60664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Trim top 5 m when there is greater than 2 data points</a:t>
            </a:r>
          </a:p>
          <a:p>
            <a:r>
              <a:rPr lang="en-CA" dirty="0"/>
              <a:t>If less than 2 data points, keep all (greater uncertainty for these casts)</a:t>
            </a:r>
          </a:p>
          <a:p>
            <a:r>
              <a:rPr lang="en-CA" dirty="0"/>
              <a:t>Many historic Scots Bay casts just have surface at 0m, these will have to be compared to an average temp for HSC data (5-10m)</a:t>
            </a:r>
          </a:p>
        </p:txBody>
      </p:sp>
    </p:spTree>
    <p:extLst>
      <p:ext uri="{BB962C8B-B14F-4D97-AF65-F5344CB8AC3E}">
        <p14:creationId xmlns:p14="http://schemas.microsoft.com/office/powerpoint/2010/main" val="3291362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1D273-A3A3-F8CD-20A4-CAF8997F4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D3C89-32E2-2578-1F82-B7D44C64C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More often effects salinity, but also possible for temperature</a:t>
            </a:r>
          </a:p>
          <a:p>
            <a:r>
              <a:rPr lang="en-CA" dirty="0"/>
              <a:t>Salinity sensor more sensitive than temperature</a:t>
            </a:r>
          </a:p>
          <a:p>
            <a:r>
              <a:rPr lang="en-CA" dirty="0"/>
              <a:t>Occurs in both Scots Bay and German Bank</a:t>
            </a:r>
          </a:p>
          <a:p>
            <a:r>
              <a:rPr lang="en-CA" dirty="0"/>
              <a:t>Occurs in both DFO datasets, historic and 2009</a:t>
            </a:r>
          </a:p>
          <a:p>
            <a:r>
              <a:rPr lang="en-CA" dirty="0"/>
              <a:t>Solution? Trim upper 5 from HSC casts</a:t>
            </a:r>
          </a:p>
          <a:p>
            <a:r>
              <a:rPr lang="en-CA" dirty="0"/>
              <a:t>Conduct a ‘near surface’ comparison</a:t>
            </a:r>
          </a:p>
          <a:p>
            <a:pPr lvl="1"/>
            <a:r>
              <a:rPr lang="en-CA" dirty="0"/>
              <a:t>DFO surface temperature with HSC 5-10m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4349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6AE66-8B42-64D3-004E-8A2D76A34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E595E-F144-6907-7B1E-5F4F2E03B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3383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1754</TotalTime>
  <Words>327</Words>
  <Application>Microsoft Office PowerPoint</Application>
  <PresentationFormat>Widescreen</PresentationFormat>
  <Paragraphs>42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Surface Noise in Oceanographic Measurements </vt:lpstr>
      <vt:lpstr>HSC Examples</vt:lpstr>
      <vt:lpstr>PowerPoint Presentation</vt:lpstr>
      <vt:lpstr>PowerPoint Presentation</vt:lpstr>
      <vt:lpstr>PowerPoint Presentation</vt:lpstr>
      <vt:lpstr>German Bank October 24, 2023 Looks to be salinity only 2.5m</vt:lpstr>
      <vt:lpstr>Scots Bay July 8, 2018 5m temperature and salinity</vt:lpstr>
      <vt:lpstr>Scots Bay August 5, 2018 Mostly salinity 5m</vt:lpstr>
      <vt:lpstr>German Bank August 12, 2018 5m, salinity</vt:lpstr>
      <vt:lpstr>Scots Bay July 20, 2019 5m temperature and salinity</vt:lpstr>
      <vt:lpstr>Conclusion for HSC data</vt:lpstr>
      <vt:lpstr>DFO Data</vt:lpstr>
      <vt:lpstr>German Bank October 26, 1989 19 data points</vt:lpstr>
      <vt:lpstr>German Bank 9 Data Points October 26, 1989</vt:lpstr>
      <vt:lpstr>PowerPoint Presentation</vt:lpstr>
      <vt:lpstr>German Bank October 26, 1993 32 data points</vt:lpstr>
      <vt:lpstr>German Bank August 16, 1977 14 data points Temperature only </vt:lpstr>
      <vt:lpstr>German Bank 4 data points Temperature only August 19, 1978 </vt:lpstr>
      <vt:lpstr>DFO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Herring Science</dc:creator>
  <cp:lastModifiedBy>Jenna Munden</cp:lastModifiedBy>
  <cp:revision>2</cp:revision>
  <dcterms:created xsi:type="dcterms:W3CDTF">2026-06-05T13:53:11Z</dcterms:created>
  <dcterms:modified xsi:type="dcterms:W3CDTF">2026-06-09T11:42:16Z</dcterms:modified>
</cp:coreProperties>
</file>