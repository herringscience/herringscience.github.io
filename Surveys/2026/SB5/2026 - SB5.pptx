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B08F-D0BA-B8E1-798A-E0F375BE6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A082-04E3-6D2D-FE9B-C7CB3A8D5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A67B-3998-480F-7C56-9E1DCCFD1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D8DDA-64D8-04BB-05AA-30BF2115C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1BB6D-2E1E-C81E-5613-C6A63597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024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EDF1-61A2-1B79-2B9E-7CC3450C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F8C2-2496-94EB-54D4-41D89A2A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9D379-4A1F-5386-2E61-E32D01EDD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70814-EF9E-FAEC-46C0-E4549EF0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8F145-4CCE-867A-89E8-7839E7EA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579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1D3A-0ECB-D85A-415B-11A00D8E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255B7-6D59-067D-1E7C-0231E990B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E2AAB-2706-8DEB-D061-79C81DF7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B46A2-3ABC-F99D-CB0E-77AA4110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7AE31-7878-EECB-1D2D-7EF5F3E3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181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0189-8344-45C4-AE79-D6F2C299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30B04-FE65-BEBD-1AE1-7DC1F882E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18EC5-D9EC-537E-ECA0-FB39915F0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363A8-DC16-587D-B587-8744A306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32BEE-08A3-0ECA-167E-AAD07A5E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8F6CD-E2C1-F12F-68A4-07EBB9ED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460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B99B-7D47-727E-A3D1-705351D6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1E7C2-B98F-5730-1E35-DB213A4CD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3FAEF-D386-7296-1C30-54B042EB5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6F910-A8FD-139B-8042-67F8478F6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1AECCF-EEC7-896B-FFED-210ED8350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40E3B-F611-23C4-4F36-01A44E2F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DEB72-4108-897F-5EAB-72A92967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00D27-3444-FB98-8326-C3931A14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314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F9EC-6E1B-167B-6FEF-753B53DD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59062-7B41-C861-B742-F0D751B2E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BBB28-84AB-7638-5A67-9C5C9ACD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75579-BD71-22A9-C669-64C7E98E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142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596F3-6A52-9C5D-7473-9659CF00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53898-CAD9-91C4-1C68-4D310B00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A17B2-1758-8769-85C3-DF4312FE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89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AAEE-ED21-9334-68DD-7BFA0599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4F186-519E-69BD-1FED-0603FAAFF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A6031-285F-FB79-C740-16D7FD0D2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B7B4B-C4C3-4AE0-43D7-E7398FC6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B90CE-8C3E-6F27-C231-35BD31E44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E6413-92D8-0360-BDD3-720409B4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042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3EA3-ED6F-027D-0FEA-F9CE0C2E1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57A65-82B1-7A64-A231-0041EE499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063FE-36D0-4D45-F19B-02390D49F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2C704-E508-89E3-A954-51C407FA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2A561-22B2-22A2-A431-6B69104CA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272DC-BAAC-9B88-3FBB-8B770567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309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9649-8579-9D2D-EEDD-7A50801F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080DE-8278-9FB6-AED3-4752D746B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03DCA-5323-7EC1-D291-FCD8092E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9FF2D-8C1A-4D3D-2B5B-8358D170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6DA3D-29B9-3F04-9C7C-223D4FF2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493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039FF-D54C-6B74-2E9C-9078C0239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37DA9-DA15-5DB7-E12D-398725477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95C31-0675-FB45-96A5-6166112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DC2CB-FD1B-0705-E15A-77F5B7ED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DC6B6-5657-6EBF-69C1-78D6A7FA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116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CC46E-A1F1-1220-D30F-BF1DE0C2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7D024-5D8F-1404-A9A2-9317E1EB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8E5E-8C09-89C1-FEA8-EDA7AD1AB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CC6AF-64FD-4E6F-AE36-4EBD580A9FA8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CB2E6-95CB-FA9A-4CF6-D76BBE3AF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F5A68-0EFC-377A-F9B6-6057293EE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8F232-E6CB-4043-AFDB-0ECA7579E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432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E1278-1D2F-A645-0ED8-CD711107B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4416362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Start time: 8pm</a:t>
            </a:r>
          </a:p>
          <a:p>
            <a:pPr marL="0" indent="0" algn="ctr">
              <a:buNone/>
            </a:pPr>
            <a:r>
              <a:rPr lang="en-CA" dirty="0"/>
              <a:t>Allocation: 150mt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High tide: 4:05pm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Sunset time: 9:11pm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2DBDC-4606-726C-8FB6-FE219887B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896" y="524289"/>
            <a:ext cx="2757487" cy="3625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11938-A139-FEC9-5FC8-33883D409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8" y="4580414"/>
            <a:ext cx="7587806" cy="4869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9E5115-8C1C-DAD9-E126-F8E1F5823FC7}"/>
              </a:ext>
            </a:extLst>
          </p:cNvPr>
          <p:cNvSpPr/>
          <p:nvPr/>
        </p:nvSpPr>
        <p:spPr>
          <a:xfrm>
            <a:off x="6580444" y="3004974"/>
            <a:ext cx="2201037" cy="377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D55171-20C1-13F4-F586-53E0396AC2FA}"/>
              </a:ext>
            </a:extLst>
          </p:cNvPr>
          <p:cNvSpPr/>
          <p:nvPr/>
        </p:nvSpPr>
        <p:spPr>
          <a:xfrm>
            <a:off x="7977958" y="4652423"/>
            <a:ext cx="1119474" cy="342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833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C11CD-2660-8ADA-DCFC-23B797307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90" y="531530"/>
            <a:ext cx="10380367" cy="5948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A078A-AD2A-01C1-1729-99D2B31647B3}"/>
              </a:ext>
            </a:extLst>
          </p:cNvPr>
          <p:cNvSpPr txBox="1"/>
          <p:nvPr/>
        </p:nvSpPr>
        <p:spPr>
          <a:xfrm>
            <a:off x="3258360" y="1915338"/>
            <a:ext cx="3879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LB and FM will start with their northern lines.</a:t>
            </a:r>
          </a:p>
        </p:txBody>
      </p:sp>
    </p:spTree>
    <p:extLst>
      <p:ext uri="{BB962C8B-B14F-4D97-AF65-F5344CB8AC3E}">
        <p14:creationId xmlns:p14="http://schemas.microsoft.com/office/powerpoint/2010/main" val="89477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Tracey Leask</dc:creator>
  <cp:lastModifiedBy>Tracey Leask</cp:lastModifiedBy>
  <cp:revision>2</cp:revision>
  <dcterms:created xsi:type="dcterms:W3CDTF">2026-06-30T11:33:42Z</dcterms:created>
  <dcterms:modified xsi:type="dcterms:W3CDTF">2026-06-30T13:09:16Z</dcterms:modified>
</cp:coreProperties>
</file>